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8862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0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592" y="16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775" y="149648"/>
            <a:ext cx="291465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775" y="480272"/>
            <a:ext cx="291465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9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4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52" y="227965"/>
            <a:ext cx="3351848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152" y="611928"/>
            <a:ext cx="3351848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176" y="243417"/>
            <a:ext cx="1651635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7389" y="243417"/>
            <a:ext cx="1651635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48683"/>
            <a:ext cx="3351848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682" y="224155"/>
            <a:ext cx="1644045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682" y="334010"/>
            <a:ext cx="1644045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7389" y="224155"/>
            <a:ext cx="1652141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7389" y="334010"/>
            <a:ext cx="1652141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9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7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60960"/>
            <a:ext cx="1253401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2141" y="131657"/>
            <a:ext cx="1967389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682" y="274320"/>
            <a:ext cx="1253401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2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60960"/>
            <a:ext cx="1253401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52141" y="131657"/>
            <a:ext cx="1967389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682" y="274320"/>
            <a:ext cx="1253401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8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5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1062" y="48683"/>
            <a:ext cx="837962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176" y="48683"/>
            <a:ext cx="2465308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6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176" y="48683"/>
            <a:ext cx="3351848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176" y="243417"/>
            <a:ext cx="3351848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7176" y="847514"/>
            <a:ext cx="874395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1C74A-4E33-4B66-879A-7BBA42AAE9A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7304" y="847514"/>
            <a:ext cx="1311593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4629" y="847514"/>
            <a:ext cx="874395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366A7-98BA-4746-A191-4E58F48C6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0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905E42-95E8-23C2-88D9-FF7AA44E5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399EAC-77EC-E1E9-18A1-B89131BD2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0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500294D-0F4A-ADED-BE9E-633C83485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200" y="0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963EF84-6A5D-029E-B6B8-FA77B9D0A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18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8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Magaha</dc:creator>
  <cp:lastModifiedBy>Brian Magaha</cp:lastModifiedBy>
  <cp:revision>1</cp:revision>
  <dcterms:created xsi:type="dcterms:W3CDTF">2026-07-28T10:00:09Z</dcterms:created>
  <dcterms:modified xsi:type="dcterms:W3CDTF">2026-07-28T10:12:59Z</dcterms:modified>
</cp:coreProperties>
</file>